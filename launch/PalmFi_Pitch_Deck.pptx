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0F0F0"/>
                </a:solidFill>
                <a:latin typeface="Calibri"/>
              </a:defRPr>
            </a:pPr>
            <a:r>
              <a:t>🌴  PalmFi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0B981"/>
                </a:solidFill>
                <a:latin typeface="Calibri"/>
              </a:defRPr>
            </a:pPr>
            <a:r>
              <a:t>AI-Native Personal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Same-Day Funding · Cash Flow Analysis · Zero-Human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62 million Americans are 'credit invisible' or thin-file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Traditional FICO-based underwriting misses millions of creditworthy borrowers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Even modern lenders (SoFi, LendingClub, Upstart) require manual review for edge cases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Underbanked populations overpay or get declined entirely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$200B+ personal loan market is inefficiently 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PalmFi: fully automated AI-native consumer lending platform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Borrower applies online → ML scoring in &lt;50ms → same-day funding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Cash flow analysis from bank transactions for thin-file borrowers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Zero-human origination, scoring, or basic servicing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MVP complete: full borrower portal + admin + payments + collections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Live demo at palmfi.com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Underwriting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Pure Python ML Ensemble: LR (50%) + RF (35%) + DT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Validated AUC: 0.71 on held-out validation set (300 borrowers)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15+ features: income, DTI, utilization, employment, credit history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Cash Flow Analysis (90-day bank txns): paycheck regularity, overdraft count, expense ratio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Thin-file boost: cash flow weight up to 60% when credit &lt; 620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Sub-millisecond scoring (no GPU needed, runs on $5/mo VPS)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Explainable: top-4 decision reasons returned for every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Product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5-step application flow (identity → employment → financials → loan → review)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Instant scoring + decisioning with explainable reasons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Stripe payment portal with auto-pay and saved cards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Rate Improvement Program: automatic APR drops for on-time payments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Cash flow connection: 5 bank profiles for thin-file underwriting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Niche flows: gig worker, immigrant, medical loan products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Auto-collections: 6-stage graduated workflow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Full admin dashboard: portfolio analytics, applications, borrowers,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TAM: $200B+ US Personal Loan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SAM: $50B underserved + thin-file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Target: FICO 580–759 borrowers, especially gig + immigrant + thin-file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Revenue: 10–29% APR + origination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alibri"/>
              </a:defRPr>
            </a:pPr>
            <a:r>
              <a:t>Credit-invisible + thin-file borrowers grow 8% YoY while bank coverage shrinks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Average loan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$2,000 – $10,000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APR range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10% – 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Expected default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5% – 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Net return on capital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12% – 18%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Cost per loan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~$0.50 (fully automated)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60% – 80%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Platform: full borrower + admin portal live, all flows tested end-to-end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Underwriting: AUC 0.71 on validation set, ensemble of 3 models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Cash flow analyzer with 5 bank profiles for thin-file boost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Payments: Stripe-integrated with auto-pay and webhook handling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Compliance modules: TILA, ECOA, GLBA, FCRA, MLA framework built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Collections: 6-stage automated workflow with notifications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Daily autopilot: collections, payments, KYC verify, fraud detection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Status: MVP complete, seeking $250k debt facility for first 50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Go-to-Market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1 (Months 1–3): Texas license + 10 pilot loans + prove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2 (Months 4–6): 50 loans, $200k portfolio, refine cash flow model on real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3 (Months 7–12): Scale to 200+ loans, multi-state expansion, raise debt facility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Phase 4 (Year 2): 1,000+ loans, $5M+ portfolio, Series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Player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0F0F0"/>
                          </a:solidFill>
                          <a:latin typeface="Calibri"/>
                        </a:defRPr>
                      </a:pPr>
                      <a:r>
                        <a:t>Weakness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SoFi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Brand, capital, $50B+ originated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High overhead, manual edge cases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LendingClub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Marketplace, 20+ years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Platform fees, slow decisions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Upstart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AI underwriting (public)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Enterprise-sold, not direct lending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PalmFi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Cash flow + thin-file focus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New entrant, small capital 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Pure Python, $5/mo to operate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Need licensing for scale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Raise: $250,000 debt facility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Calibri"/>
              </a:defRPr>
            </a:pPr>
            <a:r>
              <a:t>Use of Funds: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Fund 50–75 pilot loans to prove real-world unit economics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Texas + Florida licensing + surety bonds (~$10k)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Legal counsel (compliance, contracts) (~$10k)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KYC vendor (Stripe Identity) and infrastructure (~$5k)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017"/>
                </a:solidFill>
                <a:latin typeface="Calibri"/>
              </a:defRPr>
            </a:pPr>
            <a:r>
              <a:t>Structure: Secured note · 10–14% APR to investor · Operator first-loss · 12–24 month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Founder &amp;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Calibri"/>
              </a:defRPr>
            </a:pPr>
            <a:r>
              <a:t>[YOUR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Built PalmFi end-to-end: ML underwriting + Flask app + payments + compliance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Full-stack development + ML engineering + fintech operations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Previously built credit underwriting models and production fintech systems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Deep expertise in lending economics, risk modeling, regulatory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0F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✅  Platform MVP — full borrower + admin portal, all tests pass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✅  Underwriting engine — AUC 0.71, cash flow analyzer, &lt;1ms scoring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✅  Compliance modules: TILA, ECOA, GLBA, FCRA, MLA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🔄  LLC + bank account + Stripe live (in progress)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⏳  Texas OCCC license application (4–6 weeks)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⏳  First 10 pilot loans funded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⏳  Real-world performance data: investor-grade loss curves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🔭  Multi-state expansion (Florida, Nevada, Arizona)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●  🔭  $1M+ institutional debt facility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3716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  <a:latin typeface="Calibri"/>
              </a:defRPr>
            </a:pPr>
            <a:r>
              <a:t>Building the bank of the future — AI-native, zero-human, for everyone.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Live Demo: palmfi.com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[your-email]@palmfi.com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PalmFi  ·  Confidential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